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DIŞA AKTARMA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Dosya → Dışa Aktar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• PDF/XPS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• Video Oluştur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• Sunu Paketi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PDF AKTARIMI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Dosya → Dışa Aktar →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Seçenekler: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Sayfa aralığı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Not sayfaları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VİDEO OLUŞTURMA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4K Ultra 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Full HD 1080p (önerilen)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HD 720p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Standard 480p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DİĞER FORMATLAR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PPTX → PPT (eski)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PPTX →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PPTX → 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PPTX → PNG (resim)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EL İLANI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Dosya → Yazdır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Düzen: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1/2/3/4/6/9 slayt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3 slayt = not çizgileri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