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41248"/>
          </a:xfrm>
          <a:prstGeom prst="rect">
            <a:avLst/>
          </a:prstGeom>
          <a:solidFill>
            <a:srgbClr val="B54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12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S1: FADE GEÇİŞİ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00584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8DCFF"/>
                </a:solidFill>
              </a:defRPr>
            </a:pPr>
            <a:r>
              <a:t>Fade (Yumuşat)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627632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8DCFF"/>
                </a:solidFill>
              </a:defRPr>
            </a:pPr>
            <a:r>
              <a:t>Süre: 1.00 saniye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249424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8DCFF"/>
                </a:solidFill>
              </a:defRPr>
            </a:pPr>
            <a:r>
              <a:t>En yaygın geçiş türü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871216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8DCFF"/>
                </a:solidFill>
              </a:defRPr>
            </a:pPr>
            <a:r>
              <a:t>Geçişler sekmesinden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41248"/>
          </a:xfrm>
          <a:prstGeom prst="rect">
            <a:avLst/>
          </a:prstGeom>
          <a:solidFill>
            <a:srgbClr val="B54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12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S2: PUSH (İT)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00584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1E3C"/>
                </a:solidFill>
              </a:defRPr>
            </a:pPr>
            <a:r>
              <a:t>Efekt: Push Soldan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627632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1E3C"/>
                </a:solidFill>
              </a:defRPr>
            </a:pPr>
            <a:r>
              <a:t>Süre: 0.70 saniye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249424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1E3C"/>
                </a:solidFill>
              </a:defRPr>
            </a:pPr>
            <a:r>
              <a:t>Efekt Seçenekleri: Soldan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871216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1E3C"/>
                </a:solidFill>
              </a:defRPr>
            </a:pPr>
            <a:r>
              <a:t>Dinamik görünüm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41248"/>
          </a:xfrm>
          <a:prstGeom prst="rect">
            <a:avLst/>
          </a:prstGeom>
          <a:solidFill>
            <a:srgbClr val="B54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12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S3: WIPE (SİL)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00584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1E3C"/>
                </a:solidFill>
              </a:defRPr>
            </a:pPr>
            <a:r>
              <a:t>Efekt: Wipe Sağdan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627632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1E3C"/>
                </a:solidFill>
              </a:defRPr>
            </a:pPr>
            <a:r>
              <a:t>Ses: Applause eklendi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249424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1E3C"/>
                </a:solidFill>
              </a:defRPr>
            </a:pPr>
            <a:r>
              <a:t>Süre: 0.50 saniye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871216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1E3C"/>
                </a:solidFill>
              </a:defRPr>
            </a:pPr>
            <a:r>
              <a:t>Ses → Geçişler → Ses</a:t>
            </a:r>
          </a:p>
        </p:txBody>
      </p:sp>
    </p:spTree>
  </p:cSld>
  <p:clrMapOvr>
    <a:masterClrMapping/>
  </p:clrMapOvr>
  <p:transition spd="med" advClick="1">
    <p:wipe dir="r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41248"/>
          </a:xfrm>
          <a:prstGeom prst="rect">
            <a:avLst/>
          </a:prstGeom>
          <a:solidFill>
            <a:srgbClr val="B54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12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S4: SPLIT (BÖL)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00584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1E3C"/>
                </a:solidFill>
              </a:defRPr>
            </a:pPr>
            <a:r>
              <a:t>Split Dikey Dışa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627632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1E3C"/>
                </a:solidFill>
              </a:defRPr>
            </a:pPr>
            <a:r>
              <a:t>Süre: 0.80 saniye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249424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1E3C"/>
                </a:solidFill>
              </a:defRPr>
            </a:pPr>
            <a:r>
              <a:t>OTOMATİK: 3 saniye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871216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1E3C"/>
                </a:solidFill>
              </a:defRPr>
            </a:pPr>
            <a:r>
              <a:t>Zamanlama → Sonra: 00:03</a:t>
            </a:r>
          </a:p>
        </p:txBody>
      </p:sp>
    </p:spTree>
  </p:cSld>
  <p:clrMapOvr>
    <a:masterClrMapping/>
  </p:clrMapOvr>
  <p:transition spd="med" advClick="1">
    <p:split orient="vert" dir="out"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41248"/>
          </a:xfrm>
          <a:prstGeom prst="rect">
            <a:avLst/>
          </a:prstGeom>
          <a:solidFill>
            <a:srgbClr val="B54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12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S5: ZOOM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00584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8DCFF"/>
                </a:solidFill>
              </a:defRPr>
            </a:pPr>
            <a:r>
              <a:t>Efekt: Zoom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627632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8DCFF"/>
                </a:solidFill>
              </a:defRPr>
            </a:pPr>
            <a:r>
              <a:t>Süre: 1.00 saniye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249424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8DCFF"/>
                </a:solidFill>
              </a:defRPr>
            </a:pPr>
            <a:r>
              <a:t>OTOMATİK: 3 saniye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871216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8DCFF"/>
                </a:solidFill>
              </a:defRPr>
            </a:pPr>
            <a:r>
              <a:t>Dramatik kapanış</a:t>
            </a:r>
          </a:p>
        </p:txBody>
      </p:sp>
    </p:spTree>
  </p:cSld>
  <p:clrMapOvr>
    <a:masterClrMapping/>
  </p:clrMapOvr>
  <p:transition spd="med" advClick="1">
    <p:zoom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