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FOTOĞRAF ALBÜMÜ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Ekle → Fotoğraf Albümü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→ Yeni Fotoğraf Albümü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Hızlıca fotoğraf sunusu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oluşturmanın kolay yolu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RESİM SEÇİMİ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Dosyadan Resim Ekle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birden fazla resim seç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Sırayı yukarı/aşağı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ok ile değiştir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DÜZEN SEÇENEKLERİ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1 resim / slayt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2 resim / slayt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4 resim / slayt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Başlıklarla birlikte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ÇERÇEVE ŞEKİLLERİ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Dikdörtgen (varsayılan)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Yuvarlatılmış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Çerçeveli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Gölgeli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ALTYAZI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Her slayta: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Ekle → Metin Kutusu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fotoğraf altına çiz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altyazı yaz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