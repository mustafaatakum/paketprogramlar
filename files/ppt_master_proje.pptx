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1728"/>
            <a:ext cx="12188952" cy="164592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09728" cy="31089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914400"/>
            <a:ext cx="2560320" cy="3108960"/>
          </a:xfrm>
          <a:prstGeom prst="rect">
            <a:avLst/>
          </a:prstGeom>
          <a:solidFill>
            <a:srgbClr val="0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96B4"/>
                </a:solidFill>
              </a:defRPr>
            </a:pPr>
            <a:r>
              <a:t>MTAL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AAC8"/>
                </a:solidFill>
              </a:defRPr>
            </a:pPr>
            <a:r>
              <a:t>Mesleki Teknik</a:t>
            </a:r>
          </a:p>
          <a:p>
            <a:pPr algn="ctr">
              <a:defRPr sz="1000" b="0">
                <a:solidFill>
                  <a:srgbClr val="78AAC8"/>
                </a:solidFill>
              </a:defRPr>
            </a:pPr>
            <a:r>
              <a:t>Anadolu Lisesi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005840"/>
            <a:ext cx="8503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96B4"/>
                </a:solidFill>
              </a:defRPr>
            </a:pPr>
            <a:r>
              <a:t>ASIL SLAYT</a:t>
            </a:r>
          </a:p>
          <a:p>
            <a:pPr algn="l">
              <a:defRPr sz="3000" b="1">
                <a:solidFill>
                  <a:srgbClr val="1496B4"/>
                </a:solidFill>
              </a:defRPr>
            </a:pPr>
            <a:r>
              <a:t>(SLIDE MASTER)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C8DC"/>
                </a:solidFill>
              </a:defRPr>
            </a:pPr>
            <a:r>
              <a:t>Kurumsal Sunum Şablonu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82A0"/>
                </a:solidFill>
              </a:defRPr>
            </a:pPr>
            <a:r>
              <a:t>Bilişim Teknolojileri Bölümü  •  2024-2025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66E8C"/>
                </a:solidFill>
              </a:defRPr>
            </a:pPr>
            <a:r>
              <a:t>© 2025 MTAL Bilişim Bölümü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343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66E8C"/>
                </a:solidFill>
              </a:defRPr>
            </a:pPr>
            <a:r>
              <a:t>Sayfa 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3712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11612880" cy="65836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ASIL SLAYT NEDİR?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577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349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374B"/>
                </a:solidFill>
              </a:defRPr>
            </a:pPr>
            <a:r>
              <a:t>📌  TANIM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Asıl Slayt, tüm slaytların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üzerine inşa edildiği şablondur.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Asıl slaytta yapılan değişiklik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bağlı TÜM slaytlara yansır: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  ✔  Yazı tipi ve renkleri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  ✔  Arka plan ve temalar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  ✔  Logo ve kurum kimliği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  ✔  Üst/alt bilgi alanları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669280" cy="3383280"/>
          </a:xfrm>
          <a:prstGeom prst="rect">
            <a:avLst/>
          </a:prstGeom>
          <a:solidFill>
            <a:srgbClr val="F0FCFF"/>
          </a:solidFill>
          <a:ln w="12700">
            <a:solidFill>
              <a:srgbClr val="B4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24128"/>
            <a:ext cx="5394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374B"/>
                </a:solidFill>
              </a:defRPr>
            </a:pPr>
            <a:r>
              <a:t>🛠️  AÇMA YÖNTEMİ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Görünüm sekmesi →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Asıl Görünümler grubu →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Asıl Slayt düğmesi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Sol panelde: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• Büyük slayt = Ana şablon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• Küçük slaytlar = Düzen şablonları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Kapatmak için: Asıl Slayt →</a:t>
            </a:r>
          </a:p>
          <a:p>
            <a:pPr algn="l">
              <a:defRPr sz="1200" b="0">
                <a:solidFill>
                  <a:srgbClr val="0F374B"/>
                </a:solidFill>
              </a:defRPr>
            </a:pPr>
            <a:r>
              <a:t>Asıl Slayt Görünümünü Kapat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79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8CA0"/>
                </a:solidFill>
              </a:defRPr>
            </a:pPr>
            <a:r>
              <a:t>© 2025 MTAL Bilişim Bölümü  •  Sayfa 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3712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11612880" cy="65836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ASIL SLAYTA NE EKLENİR?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96012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05156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Kurum Logosu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49047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Sol alt köşe — Ekle → Resim → konumlandır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✏️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96012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105156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Yazı Tipleri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49047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Tüm metin: Arial veya Calibri — toplu değişim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377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14884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7" y="22402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Renk Teması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267919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Asıl Slayt → Renkler → özelleştir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377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14884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24028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Tarih Alanı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67919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Ekle → Üst Bilgi ve Alt Bilgi → tarih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3756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33756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7" y="342900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Sayfa Numarası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" y="386791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Ekle → Üst Bilgi ve Alt Bilgi → sayfa 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37560"/>
            <a:ext cx="594360" cy="10058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337560"/>
            <a:ext cx="5120640" cy="100584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342900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Arka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86791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Sağ tık → Arka Planı Biçimlendir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279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8CA0"/>
                </a:solidFill>
              </a:defRPr>
            </a:pPr>
            <a:r>
              <a:t>© 2025 MTAL Bilişim Bölümü  •  Sayfa 3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3712"/>
            <a:ext cx="12188952" cy="13716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11612880" cy="65836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ALT DÜZENLER (SLIDE LAYOUTS)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749039" cy="169164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Başlık Slaytı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Kapak için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69164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2801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Başlık + İçerik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920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En yaygın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743200"/>
            <a:ext cx="3749039" cy="169164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63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İki İçerik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Karşılaştırma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3749039" cy="169164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63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Bölüm Başlığı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Ara sayfa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4526280"/>
            <a:ext cx="3749039" cy="1691640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Yalnızca Başlık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5486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Görsel için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526280"/>
            <a:ext cx="3749039" cy="16916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486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Tam özgür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79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8CA0"/>
                </a:solidFill>
              </a:defRPr>
            </a:pPr>
            <a:r>
              <a:t>© 2025 MTAL Bilişim Bölümü  •  Sayfa 4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1728"/>
            <a:ext cx="12188952" cy="164592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11612880" cy="914400"/>
          </a:xfrm>
          <a:prstGeom prst="rect">
            <a:avLst/>
          </a:prstGeom>
          <a:solidFill>
            <a:srgbClr val="0C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96B4"/>
                </a:solidFill>
              </a:defRPr>
            </a:pPr>
            <a:r>
              <a:t>ŞABLON TAMAMLANDI 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Asıl slayt düzenlendi — logo ve kurum adı eklendi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Yazı tipleri ve renkler tüm slaytlara uygulandı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70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43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Üst/alt bilgi alanları yapılandırıldı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246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6 farklı slayt düzeni kullanıma hazır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40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76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749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Bu şablonu .potx olarak kaydedin — yeniden kullanın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59"/>
            <a:ext cx="347472" cy="384048"/>
          </a:xfrm>
          <a:prstGeom prst="rect">
            <a:avLst/>
          </a:prstGeom>
          <a:solidFill>
            <a:srgbClr val="14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79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519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DCF0"/>
                </a:solidFill>
              </a:defRPr>
            </a:pPr>
            <a:r>
              <a:t>✔  Dosya → Farklı Kaydet → PowerPoint Şablonu (*.potx)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43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6482"/>
                </a:solidFill>
              </a:defRPr>
            </a:pPr>
            <a:r>
              <a:t>© 2025 MTAL Bilişim Bölümü  •  Sayfa 5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