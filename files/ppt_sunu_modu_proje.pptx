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SUNU MODU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F5 = Baştan sun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Shift+F5 = Buradan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Esc = Çıkış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B = Ekranı karart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ZAMANLAMA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Slayt Gösterisi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→ Zamanlamayı Kaydet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Her slayt süresi kaydedilir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Otomatik ilerleme sağlar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ÖZEL SUNU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Farklı kitleler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• Yönetici (kısa)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• Teknik (detaylı)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Slayt Gösterisi → Özel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SUNU ARAÇLARI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Ctrl+P = Kalem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Ctrl+E = Silgi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Ctrl+L = Lazer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Sağ tık → Slayta Git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SUNUM ARACI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Çift monitörde: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Konuşmacı notları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Zamanlayıcı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Sonraki önizleme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