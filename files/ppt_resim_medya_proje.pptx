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RESİM VE MEDYA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Ekle menüsünden tüm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medya türlerine ulaşın.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Resim + Video + 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930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eklenebilir.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RESİM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Ekle → Resimler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Stok Görseller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Resim Biçimi → Stiller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Kırp aracı ile boyut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VİDEO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Ekle →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Başlangıç/bitiş ayarla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Renk düzeltme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Otomatik oynat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Ekle → 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Slaytlar Arası oynat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Otomatik başlat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Simgeyi gizle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EKRAN KAYDI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Ekle → Ekran Kaydı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Kayıt alanı seç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Ses ile kayıt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Yazılım eğitimi için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