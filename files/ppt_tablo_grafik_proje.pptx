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36592"/>
            <a:ext cx="12188952" cy="109728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A064FF"/>
                </a:solidFill>
              </a:defRPr>
            </a:pPr>
            <a:r>
              <a:t>TABLO VE GRAFİK</a:t>
            </a:r>
          </a:p>
          <a:p>
            <a:pPr algn="ctr">
              <a:defRPr sz="3000" b="1">
                <a:solidFill>
                  <a:srgbClr val="A064FF"/>
                </a:solidFill>
              </a:defRPr>
            </a:pPr>
            <a:r>
              <a:t>KULLANIMI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4A0DC"/>
                </a:solidFill>
              </a:defRPr>
            </a:pPr>
            <a:r>
              <a:t>Veriyi Görselleştirme Teknikleri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ÇEYREK BAZLI SATIŞ TABLOSU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Bölge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Q1 (Oca-Mar)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Q2 (Nis-Haz)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Q3 (Tem-Eyl)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Q4 (Eki-Ara)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YILLIK TOP.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Ankara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125.000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138.000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142.000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155.000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560.000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İstanbul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210.000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225.000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198.000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240.000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873.000 TL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İzmir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95.000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102.000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118.000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130.000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445.000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Bursa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78.000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85.000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91.000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98.000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352.000 TL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TOPLAM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508.000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550.000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549.000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623.000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2.230.000 TL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297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78"/>
                </a:solidFill>
              </a:defRPr>
            </a:pPr>
            <a:r>
              <a:t>* Veriler temsilidir. Kaynak: Satış Departmanı 2024 Yıllık Raporu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BÖLGE BAZLI SATIŞ PAYI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331183" cy="77724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6943" y="1005840"/>
            <a:ext cx="3972336" cy="77724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25.1%  Ankara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50"/>
                </a:solidFill>
              </a:defRPr>
            </a:pPr>
            <a:r>
              <a:t>560.000 TL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2073676" cy="7772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91596" y="1005840"/>
            <a:ext cx="3229843" cy="77724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78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39.1%  İstanbul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50"/>
                </a:solidFill>
              </a:defRPr>
            </a:pPr>
            <a:r>
              <a:t>873.000 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1055400" cy="7772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21160" y="2788920"/>
            <a:ext cx="4248119" cy="77724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620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19.9%  İzmir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50"/>
                </a:solidFill>
              </a:defRPr>
            </a:pPr>
            <a:r>
              <a:t>445.000 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788920"/>
            <a:ext cx="837956" cy="7772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55876" y="2788920"/>
            <a:ext cx="4465563" cy="77724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8620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3250"/>
                </a:solidFill>
              </a:defRPr>
            </a:pPr>
            <a:r>
              <a:t>15.8%  Bursa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50"/>
                </a:solidFill>
              </a:defRPr>
            </a:pPr>
            <a:r>
              <a:t>352.000 TL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ÇEYREK BAZLI BÜYÜME TRENDI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941140"/>
            <a:ext cx="1828800" cy="1990779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96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6EA8"/>
                </a:solidFill>
              </a:defRPr>
            </a:pPr>
            <a:r>
              <a:t>508 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503C"/>
                </a:solidFill>
              </a:defRPr>
            </a:pPr>
            <a: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776548"/>
            <a:ext cx="1828800" cy="2155371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3650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7A4F"/>
                </a:solidFill>
              </a:defRPr>
            </a:pPr>
            <a:r>
              <a:t>550 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503C"/>
                </a:solidFill>
              </a:defRPr>
            </a:pPr>
            <a:r>
              <a:t>Q2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0467"/>
            <a:ext cx="1828800" cy="2151452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689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5451B"/>
                </a:solidFill>
              </a:defRPr>
            </a:pPr>
            <a:r>
              <a:t>549 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503C"/>
                </a:solidFill>
              </a:defRPr>
            </a:pPr>
            <a: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39" y="1490472"/>
            <a:ext cx="1828800" cy="2441448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39" y="1078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3296"/>
                </a:solidFill>
              </a:defRPr>
            </a:pPr>
            <a:r>
              <a:t>623 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39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503C"/>
                </a:solidFill>
              </a:defRPr>
            </a:pPr>
            <a:r>
              <a:t>Q4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789920" cy="45720"/>
          </a:xfrm>
          <a:prstGeom prst="rect">
            <a:avLst/>
          </a:prstGeom>
          <a:solidFill>
            <a:srgbClr val="64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64FF"/>
                </a:solidFill>
              </a:defRPr>
            </a:pPr>
            <a:r>
              <a:t>DOĞRU GRAFİK TÜRÜNÜ SEÇİN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EFF"/>
                </a:solidFill>
              </a:defRPr>
            </a:pPr>
            <a:r>
              <a:t>Sütun/Çubuk: Kategoriler arası karşılaştırma için en iyi seçim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005840"/>
            <a:ext cx="502920" cy="10058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26187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EFF"/>
                </a:solidFill>
              </a:defRPr>
            </a:pPr>
            <a:r>
              <a:t>Çizgi: Zaman içindeki değişimi ve trendi göstermek için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02920" cy="10058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5059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EFF"/>
                </a:solidFill>
              </a:defRPr>
            </a:pPr>
            <a:r>
              <a:t>Pasta/Halka: Parçaların bütüne oranını göstermek için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194560"/>
            <a:ext cx="502920" cy="10058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468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5059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EFF"/>
                </a:solidFill>
              </a:defRPr>
            </a:pPr>
            <a:r>
              <a:t>Alan: Birikmeli değişimi görselleştirmek için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02920" cy="10058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3931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EFF"/>
                </a:solidFill>
              </a:defRPr>
            </a:pPr>
            <a:r>
              <a:t>Dağılım (XY): İki sayısal değişken arasındaki ilişki için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383280"/>
            <a:ext cx="502920" cy="10058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657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63931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BEFF"/>
                </a:solidFill>
              </a:defRPr>
            </a:pPr>
            <a:r>
              <a:t>Radar: Birden fazla boyutu karşılaştırmak için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