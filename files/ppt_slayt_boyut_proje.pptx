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SLAYT BOYUTLARI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16:9 = 33.87×19.05 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(Varsayılan - Widescreen)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4:3 = 25.4×19.05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(Standart - Eski)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BOYUT DEĞİŞTİRME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Tasarım → Slayt Boyutu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→ Geniş Ekran (16:9)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→ Standart (4:3)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→ Özel Slayt Boyutu</a:t>
            </a:r>
          </a:p>
        </p:txBody>
      </p:sp>
    </p:spTree>
  </p:cSld>
  <p:clrMapOvr>
    <a:masterClrMapping/>
  </p:clrMapOvr>
  <p:transition spd="med" advClick="1">
    <p:push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UYARI KUTUSU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Boyut değiştirince: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En İyi Uyumu Sağla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= güvenli (önerilen)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Ölçeği Değiştirme=kırpar</a:t>
            </a:r>
          </a:p>
        </p:txBody>
      </p:sp>
    </p:spTree>
  </p:cSld>
  <p:clrMapOvr>
    <a:masterClrMapping/>
  </p:clrMapOvr>
  <p:transition spd="med" advClick="1">
    <p:wipe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ÖZEL BOYUTLAR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A4: 21×29.7 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A4 Yatay: 29.7×21 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Kare: 20×20 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E1E3C"/>
                </a:solidFill>
              </a:defRPr>
            </a:pPr>
            <a:r>
              <a:t>Banner: 20×7.5 cm</a:t>
            </a:r>
          </a:p>
        </p:txBody>
      </p:sp>
    </p:spTree>
  </p:cSld>
  <p:clrMapOvr>
    <a:masterClrMapping/>
  </p:clrMapOvr>
  <p:transition spd="med" advClick="1">
    <p:split orient="vert" dir="out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B545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612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ÖNERİ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0584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Projeksiyon: 16:9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627632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Yazdırma: A4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249424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Duvar afişi: Özel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871216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8DCFF"/>
                </a:solidFill>
              </a:defRPr>
            </a:pPr>
            <a:r>
              <a:t>ÖNCE boyutu belirle!</a:t>
            </a:r>
          </a:p>
        </p:txBody>
      </p:sp>
    </p:spTree>
  </p:cSld>
  <p:clrMapOvr>
    <a:masterClrMapping/>
  </p:clrMapOvr>
  <p:transition spd="med" advClick="1">
    <p:zoom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