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METİN BİÇİMLENDİRME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36pt Kalın Beyaz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Ctrl+B = Kalın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Ctrl+I = İtalik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Ctrl+U = Altı Çizili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MADDE LİSTESİ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Word — Kelime İşlemci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  - Belge oluşturma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Excel — Tablolama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PowerPoint — Sunu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NUMARALI LİSTE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1. Plan hazırla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2. İçerik yaz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3. Tasarım uygula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4. Animasyon ekle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93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5. Prova yap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İKİ SÜTUN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Sol: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Avantaj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Avantaj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Sağ: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93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• Dezavantaj 1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YAZI TİPLERİ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Arial —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Times New Roman — Klasik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Calibri — Okunabilir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Courier — Kod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