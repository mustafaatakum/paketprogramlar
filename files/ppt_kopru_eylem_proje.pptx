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KÖPRÜ VE EYLEM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İnteraktif sunum için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köprüler gereklidir.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Ctrl+K = Köprü ekle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930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F5 = Test et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WEB KÖPRÜSÜ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Metni seç → Ctrl+K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Varolan Dosya veya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URL gir → Tamam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Sunu modunda tıklanır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SLAYT KÖPRÜSÜ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Nesneye sağ tık → Köprü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Bu Belgedeki 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İstenen slaytı seç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Geri gitme de mümkün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EYLEM DÜĞMELERİ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Ekle → Şekiller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→ Eylem Düğmeleri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Ev = İlk Slayt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Geri/İleri butonları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ÖZET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Web köprüsü: Ctrl+K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Slayt köprüsü: sağ tık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Eylem butonları: Ekle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Test: F5 sunu modu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