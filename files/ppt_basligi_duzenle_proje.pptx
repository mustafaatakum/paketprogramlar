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SLAYT DÜZENLERİ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CFF"/>
                </a:solidFill>
              </a:defRPr>
            </a:pPr>
            <a:r>
              <a:t>Giriş → Düzen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2763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CFF"/>
                </a:solidFill>
              </a:defRPr>
            </a:pPr>
            <a:r>
              <a:t>6 temel düzen mevcut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49424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CFF"/>
                </a:solidFill>
              </a:defRPr>
            </a:pPr>
            <a:r>
              <a:t>Her düzen farklı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871216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CFF"/>
                </a:solidFill>
              </a:defRPr>
            </a:pPr>
            <a:r>
              <a:t>yer tutucusu içerir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BAŞLIK KUTUSU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Başlığa tıklayın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2763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Metni yazın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49424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Ctrl+A → boyut ayarla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871216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Sürükleyerek taşıyın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İÇERİK KUTUSU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İçerik kutusuna tıklayın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2763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Madde listesi yazın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49424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Tab ile girintileyin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871216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Shift+Tab ile çıkın</a:t>
            </a:r>
          </a:p>
        </p:txBody>
      </p:sp>
    </p:spTree>
  </p:cSld>
  <p:clrMapOvr>
    <a:masterClrMapping/>
  </p:clrMapOvr>
  <p:transition spd="med" advClick="1">
    <p:wipe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YER TUTUCUSU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Görünüm → Asıl Slayt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2763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Ekle → Yer Tutucusu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49424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Metin/Resim/Tablo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871216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seçenekleri var</a:t>
            </a:r>
          </a:p>
        </p:txBody>
      </p:sp>
    </p:spTree>
  </p:cSld>
  <p:clrMapOvr>
    <a:masterClrMapping/>
  </p:clrMapOvr>
  <p:transition spd="med" advClick="1">
    <p:split orient="vert" dir="out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ÖZET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CFF"/>
                </a:solidFill>
              </a:defRPr>
            </a:pPr>
            <a:r>
              <a:t>Düzen seçimi önemlidir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2763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CFF"/>
                </a:solidFill>
              </a:defRPr>
            </a:pPr>
            <a:r>
              <a:t>İçeriğe uygun düzen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49424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CFF"/>
                </a:solidFill>
              </a:defRPr>
            </a:pPr>
            <a:r>
              <a:t>seçmek okunabilirliği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871216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CFF"/>
                </a:solidFill>
              </a:defRPr>
            </a:pPr>
            <a:r>
              <a:t>artırır!</a:t>
            </a:r>
          </a:p>
        </p:txBody>
      </p:sp>
    </p:spTree>
  </p:cSld>
  <p:clrMapOvr>
    <a:masterClrMapping/>
  </p:clrMapOvr>
  <p:transition spd="med" advClick="1">
    <p:zoom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