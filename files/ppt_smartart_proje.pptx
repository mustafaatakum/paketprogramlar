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36592"/>
            <a:ext cx="12188952" cy="109728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6EA8"/>
                </a:solidFill>
              </a:defRPr>
            </a:pPr>
            <a:r>
              <a:t>ŞEKİL VE HİYERARŞİ</a:t>
            </a:r>
          </a:p>
          <a:p>
            <a:pPr algn="ctr">
              <a:defRPr sz="3000" b="1">
                <a:solidFill>
                  <a:srgbClr val="1A6EA8"/>
                </a:solidFill>
              </a:defRPr>
            </a:pPr>
            <a:r>
              <a:t>DİYAGRAMLARI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C8F0"/>
                </a:solidFill>
              </a:defRPr>
            </a:pPr>
            <a:r>
              <a:t>SmartArt ve Şekil Araçlarıyla Görsel Tasarım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MİCROSOFT OFFİCE HİYERARŞİSİ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914400"/>
            <a:ext cx="3200400" cy="82296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960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Microsoft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Office 365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737360"/>
            <a:ext cx="109728" cy="365760"/>
          </a:xfrm>
          <a:prstGeom prst="rect">
            <a:avLst/>
          </a:prstGeom>
          <a:solidFill>
            <a:srgbClr val="96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103120"/>
            <a:ext cx="7589520" cy="54864"/>
          </a:xfrm>
          <a:prstGeom prst="rect">
            <a:avLst/>
          </a:prstGeom>
          <a:solidFill>
            <a:srgbClr val="96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2103120"/>
            <a:ext cx="54864" cy="274320"/>
          </a:xfrm>
          <a:prstGeom prst="rect">
            <a:avLst/>
          </a:prstGeom>
          <a:solidFill>
            <a:srgbClr val="96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80" y="2103120"/>
            <a:ext cx="54864" cy="274320"/>
          </a:xfrm>
          <a:prstGeom prst="rect">
            <a:avLst/>
          </a:prstGeom>
          <a:solidFill>
            <a:srgbClr val="96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2103120"/>
            <a:ext cx="54864" cy="274320"/>
          </a:xfrm>
          <a:prstGeom prst="rect">
            <a:avLst/>
          </a:prstGeom>
          <a:solidFill>
            <a:srgbClr val="96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72600" y="2103120"/>
            <a:ext cx="54864" cy="274320"/>
          </a:xfrm>
          <a:prstGeom prst="rect">
            <a:avLst/>
          </a:prstGeom>
          <a:solidFill>
            <a:srgbClr val="96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2395728"/>
            <a:ext cx="1554480" cy="77724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505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529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DCDC"/>
                </a:solidFill>
              </a:defRPr>
            </a:pPr>
            <a:r>
              <a:t>Kelime</a:t>
            </a:r>
          </a:p>
          <a:p>
            <a:pPr algn="ctr">
              <a:defRPr sz="1000" b="0">
                <a:solidFill>
                  <a:srgbClr val="DCDCDC"/>
                </a:solidFill>
              </a:defRPr>
            </a:pPr>
            <a:r>
              <a:t>İşlemci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337560"/>
            <a:ext cx="1188720" cy="54864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29968" y="3364992"/>
            <a:ext cx="1170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Belge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3950208"/>
            <a:ext cx="1188720" cy="50292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3977639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Şablon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395728"/>
            <a:ext cx="1554480" cy="7772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4505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8529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DCDC"/>
                </a:solidFill>
              </a:defRPr>
            </a:pPr>
            <a:r>
              <a:t>Elektronik</a:t>
            </a:r>
          </a:p>
          <a:p>
            <a:pPr algn="ctr">
              <a:defRPr sz="1000" b="0">
                <a:solidFill>
                  <a:srgbClr val="DCDCDC"/>
                </a:solidFill>
              </a:defRPr>
            </a:pPr>
            <a:r>
              <a:t>Tablo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337560"/>
            <a:ext cx="1188720" cy="54864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7" y="3364992"/>
            <a:ext cx="1170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Formül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950208"/>
            <a:ext cx="1188720" cy="50292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7" y="3977639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Grafik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395728"/>
            <a:ext cx="1554480" cy="7772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505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PowerPoint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529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DCDC"/>
                </a:solidFill>
              </a:defRPr>
            </a:pPr>
            <a:r>
              <a:t>Sunu</a:t>
            </a:r>
          </a:p>
          <a:p>
            <a:pPr algn="ctr">
              <a:defRPr sz="1000" b="0">
                <a:solidFill>
                  <a:srgbClr val="DCDCDC"/>
                </a:solidFill>
              </a:defRPr>
            </a:pPr>
            <a:r>
              <a:t>Hazırlama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337560"/>
            <a:ext cx="1188720" cy="54864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3364992"/>
            <a:ext cx="1170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Slayt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3950208"/>
            <a:ext cx="1188720" cy="50292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3977639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Animasyon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395728"/>
            <a:ext cx="1554480" cy="7772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24505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Outlook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8529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DCDC"/>
                </a:solidFill>
              </a:defRPr>
            </a:pPr>
            <a:r>
              <a:t>E-posta</a:t>
            </a:r>
          </a:p>
          <a:p>
            <a:pPr algn="ctr">
              <a:defRPr sz="1000" b="0">
                <a:solidFill>
                  <a:srgbClr val="DCDCDC"/>
                </a:solidFill>
              </a:defRPr>
            </a:pPr>
            <a:r>
              <a:t>Yönetimi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337560"/>
            <a:ext cx="1188720" cy="54864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3364992"/>
            <a:ext cx="1170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Takvim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950208"/>
            <a:ext cx="1188720" cy="502920"/>
          </a:xfrm>
          <a:prstGeom prst="rect">
            <a:avLst/>
          </a:prstGeom>
          <a:solidFill>
            <a:srgbClr val="DCEB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2288" y="3977639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C78"/>
                </a:solidFill>
              </a:defRPr>
            </a:pPr>
            <a:r>
              <a:t>E-posta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ŞEKİL GALERİSİ VE BİÇİMLENDİRME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749039" cy="118872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Dikdörtgen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(Mavi Dolgu)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40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503C"/>
                </a:solidFill>
              </a:defRPr>
            </a:pPr>
            <a:r>
              <a:t>Şekil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960120"/>
            <a:ext cx="3749039" cy="118872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59" y="10515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Yuvarlak Köşe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(Yeşil)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2240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503C"/>
                </a:solidFill>
              </a:defRPr>
            </a:pPr>
            <a:r>
              <a:t>Şekil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960120"/>
            <a:ext cx="3749039" cy="118872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0515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Daire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(Turuncu)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40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503C"/>
                </a:solidFill>
              </a:defRPr>
            </a:pPr>
            <a:r>
              <a:t>Şekil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39"/>
            <a:ext cx="3749039" cy="1188720"/>
          </a:xfrm>
          <a:prstGeom prst="rect">
            <a:avLst/>
          </a:prstGeom>
          <a:solidFill>
            <a:srgbClr val="F0EBFF"/>
          </a:solidFill>
          <a:ln w="2540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926079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Çerçeve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(Mor Kenarlık)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503C"/>
                </a:solidFill>
              </a:defRPr>
            </a:pPr>
            <a:r>
              <a:t>Şekil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834639"/>
            <a:ext cx="3749039" cy="1188720"/>
          </a:xfrm>
          <a:prstGeom prst="rect">
            <a:avLst/>
          </a:prstGeom>
          <a:gradFill rotWithShape="1">
            <a:gsLst>
              <a:gs pos="0">
                <a:srgbClr val="3250B4"/>
              </a:gs>
              <a:gs pos="100000">
                <a:srgbClr val="9632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926079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Gradient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(Mavi→Mor)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503C"/>
                </a:solidFill>
              </a:defRPr>
            </a:pPr>
            <a:r>
              <a:t>Şekil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834639"/>
            <a:ext cx="3749039" cy="1188720"/>
          </a:xfrm>
          <a:prstGeom prst="rect">
            <a:avLst/>
          </a:prstGeom>
          <a:solidFill>
            <a:srgbClr val="C8DCFF"/>
          </a:solidFill>
          <a:ln w="2540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926079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Şeffaf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(Çerçeveli)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503C"/>
                </a:solidFill>
              </a:defRPr>
            </a:pPr>
            <a:r>
              <a:t>Şekil 6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ŞEKİL EFEKTLERİ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286000" cy="146304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Gölge Efekti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79" y="1005840"/>
            <a:ext cx="3291840" cy="1463040"/>
          </a:xfrm>
          <a:prstGeom prst="rect">
            <a:avLst/>
          </a:prstGeom>
          <a:solidFill>
            <a:srgbClr val="FAF8F5"/>
          </a:solidFill>
          <a:ln w="6350">
            <a:solidFill>
              <a:srgbClr val="C8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325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321E"/>
                </a:solidFill>
              </a:defRPr>
            </a:pPr>
            <a:r>
              <a:t>Şekil Biçimi → Şekil Efektleri → Gölge → Dış Offset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05840"/>
            <a:ext cx="2286000" cy="14630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Yansıma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05840"/>
            <a:ext cx="3291840" cy="1463040"/>
          </a:xfrm>
          <a:prstGeom prst="rect">
            <a:avLst/>
          </a:prstGeom>
          <a:solidFill>
            <a:srgbClr val="FAF8F5"/>
          </a:solidFill>
          <a:ln w="6350">
            <a:solidFill>
              <a:srgbClr val="C8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325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321E"/>
                </a:solidFill>
              </a:defRPr>
            </a:pPr>
            <a:r>
              <a:t>Şekil Biçimi → Şekil Efektleri → Yansıma → Yarım Yansıma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2286000" cy="14630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Parıltı (Glow)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2743200"/>
            <a:ext cx="3291840" cy="1463040"/>
          </a:xfrm>
          <a:prstGeom prst="rect">
            <a:avLst/>
          </a:prstGeom>
          <a:solidFill>
            <a:srgbClr val="FAF8F5"/>
          </a:solidFill>
          <a:ln w="6350">
            <a:solidFill>
              <a:srgbClr val="C8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321E"/>
                </a:solidFill>
              </a:defRPr>
            </a:pPr>
            <a:r>
              <a:t>Şekil Biçimi → Şekil Efektleri → Parıltı → renk seçin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43200"/>
            <a:ext cx="2286000" cy="14630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3B Biçim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743200"/>
            <a:ext cx="3291840" cy="1463040"/>
          </a:xfrm>
          <a:prstGeom prst="rect">
            <a:avLst/>
          </a:prstGeom>
          <a:solidFill>
            <a:srgbClr val="FAF8F5"/>
          </a:solidFill>
          <a:ln w="6350">
            <a:solidFill>
              <a:srgbClr val="C8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321E"/>
                </a:solidFill>
              </a:defRPr>
            </a:pPr>
            <a:r>
              <a:t>Şekil Biçimi → Şekil Efektleri → 3B Döndürme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6EA8"/>
                </a:solidFill>
              </a:defRPr>
            </a:pPr>
            <a:r>
              <a:t>GRUPLAMA VE HİZALAMA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" cy="45720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51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Birden fazla şekli seçmek: Ctrl + tıklama veya Ctrl+A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65760" cy="45720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733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1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Gruplamak: Şekil Biçimi → Grupla → Grupla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365760" cy="45720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Grup içinde düzenleme: Gruba çift tıkla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365760" cy="45720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620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34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Hizalamak: Şekil Biçimi → Hizala → Sol/Orta/Sağ/Üst/Alt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365760" cy="45720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564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29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Eşit aralık: Şekil Biçimi → Hizala → Yatay/Dikey Dağıt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365760" cy="45720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5079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23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Sıra değiştirmek: Sağ tık → Öne Gönder / Arkaya Gönder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