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36592"/>
            <a:ext cx="12188952" cy="10972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4864" cy="3200400"/>
          </a:xfrm>
          <a:prstGeom prst="rect">
            <a:avLst/>
          </a:prstGeom>
          <a:solidFill>
            <a:srgbClr val="64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5451B"/>
                </a:solidFill>
              </a:defRPr>
            </a:pPr>
            <a:r>
              <a:t>OFİS UYGULAMALARI</a:t>
            </a:r>
          </a:p>
          <a:p>
            <a:pPr algn="l">
              <a:defRPr sz="3200" b="1">
                <a:solidFill>
                  <a:srgbClr val="B5451B"/>
                </a:solidFill>
              </a:defRPr>
            </a:pPr>
            <a:r>
              <a:t>TEMA VE TASARIM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D2F0"/>
                </a:solidFill>
              </a:defRPr>
            </a:pPr>
            <a:r>
              <a:t>Profesyonel Sunum Hazırlama Rehberi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296BE"/>
                </a:solidFill>
              </a:defRPr>
            </a:pPr>
            <a:r>
              <a:t>Mesleki ve Teknik Anadolu Lisesi  •  2024-2025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TEMA NEDİR?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5778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Tema, sunudaki tüm slaytlara</a:t>
            </a:r>
          </a:p>
          <a:p>
            <a:pPr algn="l">
              <a:defRPr sz="1300" b="0">
                <a:solidFill>
                  <a:srgbClr val="1E1E3C"/>
                </a:solidFill>
              </a:defRPr>
            </a:pPr>
            <a:r>
              <a:t>uygulanan görsel kimlik paketidir.</a:t>
            </a:r>
          </a:p>
          <a:p>
            <a:pPr algn="l">
              <a:defRPr sz="1300" b="0">
                <a:solidFill>
                  <a:srgbClr val="1E1E3C"/>
                </a:solidFill>
              </a:defRPr>
            </a:pPr>
          </a:p>
          <a:p>
            <a:pPr algn="l">
              <a:defRPr sz="1300" b="0">
                <a:solidFill>
                  <a:srgbClr val="1E1E3C"/>
                </a:solidFill>
              </a:defRPr>
            </a:pPr>
            <a:r>
              <a:t>Her tema şunları içerir:</a:t>
            </a:r>
          </a:p>
          <a:p>
            <a:pPr algn="l">
              <a:defRPr sz="1300" b="0">
                <a:solidFill>
                  <a:srgbClr val="1E1E3C"/>
                </a:solidFill>
              </a:defRPr>
            </a:pPr>
            <a:r>
              <a:t>  🎨  Renk paleti (10 renk)</a:t>
            </a:r>
          </a:p>
          <a:p>
            <a:pPr algn="l">
              <a:defRPr sz="1300" b="0">
                <a:solidFill>
                  <a:srgbClr val="1E1E3C"/>
                </a:solidFill>
              </a:defRPr>
            </a:pPr>
            <a:r>
              <a:t>  🔤  Yazı tipi seti (başlık + metin)</a:t>
            </a:r>
          </a:p>
          <a:p>
            <a:pPr algn="l">
              <a:defRPr sz="1300" b="0">
                <a:solidFill>
                  <a:srgbClr val="1E1E3C"/>
                </a:solidFill>
              </a:defRPr>
            </a:pPr>
            <a:r>
              <a:t>  🖼️  Arka plan stili</a:t>
            </a:r>
          </a:p>
          <a:p>
            <a:pPr algn="l">
              <a:defRPr sz="1300" b="0">
                <a:solidFill>
                  <a:srgbClr val="1E1E3C"/>
                </a:solidFill>
              </a:defRPr>
            </a:pPr>
            <a:r>
              <a:t>  ✨  Grafik ve şekil efektleri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486400" cy="713232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Aksent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713232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Aksent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651760"/>
            <a:ext cx="5486400" cy="713232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43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Aksent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474720"/>
            <a:ext cx="5486400" cy="713232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Aksent 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TEMA SEÇME VE UYGULAMA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94360" cy="100584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60120"/>
            <a:ext cx="5120640" cy="1005840"/>
          </a:xfrm>
          <a:prstGeom prst="rect">
            <a:avLst/>
          </a:prstGeom>
          <a:solidFill>
            <a:srgbClr val="F2FAF5"/>
          </a:solidFill>
          <a:ln w="6350">
            <a:solidFill>
              <a:srgbClr val="B4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05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028"/>
                </a:solidFill>
              </a:defRPr>
            </a:pPr>
            <a:r>
              <a:t>Tasarım Sekmesi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503C"/>
                </a:solidFill>
              </a:defRPr>
            </a:pPr>
            <a:r>
              <a:t>Üst şeritten Tasarım'a tıklayın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960120"/>
            <a:ext cx="594360" cy="100584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2344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960120"/>
            <a:ext cx="5120640" cy="1005840"/>
          </a:xfrm>
          <a:prstGeom prst="rect">
            <a:avLst/>
          </a:prstGeom>
          <a:solidFill>
            <a:srgbClr val="F2FAF5"/>
          </a:solidFill>
          <a:ln w="6350">
            <a:solidFill>
              <a:srgbClr val="B4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79" y="1005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028"/>
                </a:solidFill>
              </a:defRPr>
            </a:pPr>
            <a:r>
              <a:t>Temalar Galerisi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503C"/>
                </a:solidFill>
              </a:defRPr>
            </a:pPr>
            <a:r>
              <a:t>Hazır temalardan birini seçin (üzerine gelinince önizleme)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94560"/>
            <a:ext cx="594360" cy="100584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688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94560"/>
            <a:ext cx="5120640" cy="1005840"/>
          </a:xfrm>
          <a:prstGeom prst="rect">
            <a:avLst/>
          </a:prstGeom>
          <a:solidFill>
            <a:srgbClr val="F2FAF5"/>
          </a:solidFill>
          <a:ln w="6350">
            <a:solidFill>
              <a:srgbClr val="B4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40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028"/>
                </a:solidFill>
              </a:defRPr>
            </a:pPr>
            <a:r>
              <a:t>Renkleri Değiştir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97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503C"/>
                </a:solidFill>
              </a:defRPr>
            </a:pPr>
            <a:r>
              <a:t>Tasarım → Renkler → farklı renk seti seçin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194560"/>
            <a:ext cx="594360" cy="100584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24688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194560"/>
            <a:ext cx="5120640" cy="1005840"/>
          </a:xfrm>
          <a:prstGeom prst="rect">
            <a:avLst/>
          </a:prstGeom>
          <a:solidFill>
            <a:srgbClr val="F2FAF5"/>
          </a:solidFill>
          <a:ln w="6350">
            <a:solidFill>
              <a:srgbClr val="B4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79" y="2240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028"/>
                </a:solidFill>
              </a:defRPr>
            </a:pPr>
            <a:r>
              <a:t>Yazı Tiplerini Değiştir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2697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503C"/>
                </a:solidFill>
              </a:defRPr>
            </a:pPr>
            <a:r>
              <a:t>Tasarım → Yazı Tipleri → yazı tipi çifti seçin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29000"/>
            <a:ext cx="594360" cy="100584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7033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429000"/>
            <a:ext cx="5120640" cy="1005840"/>
          </a:xfrm>
          <a:prstGeom prst="rect">
            <a:avLst/>
          </a:prstGeom>
          <a:solidFill>
            <a:srgbClr val="F2FAF5"/>
          </a:solidFill>
          <a:ln w="6350">
            <a:solidFill>
              <a:srgbClr val="B4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474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028"/>
                </a:solidFill>
              </a:defRPr>
            </a:pPr>
            <a:r>
              <a:t>Arka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931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503C"/>
                </a:solidFill>
              </a:defRPr>
            </a:pPr>
            <a:r>
              <a:t>Tasarım → Arka Planı Biçimlendir → dolgu/resim seçin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SLAYT DÜZENLERİ (LAYOUTS)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749039" cy="173736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Başlık Slaytı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Kapak sayfası için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960120"/>
            <a:ext cx="3749039" cy="173736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79" y="1051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Başlık + İçerik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En yaygın düzen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960120"/>
            <a:ext cx="3749039" cy="173736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051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İki İçerik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Yan yana karşılaştırma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3749039" cy="173736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971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Bölüm ayırıcı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2880360"/>
            <a:ext cx="3749039" cy="1737360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2971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Yalnızca Başlık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Büyük görsel için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880360"/>
            <a:ext cx="3749039" cy="173736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2971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Boş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Tam özgür tasarım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5451B"/>
                </a:solidFill>
              </a:defRPr>
            </a:pPr>
            <a:r>
              <a:t>ÖZET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02920" cy="5486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789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Tema Seçimi: Tasarım → Temalar → istediğiniz temayı seçin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00784"/>
            <a:ext cx="502920" cy="5486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922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739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Renk Değişimi: Tasarım → Renkler → farklı palet uygulayın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502920" cy="5486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87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Asıl Slayt: Görünüm → Asıl Slayt → toplu değişiklik yapın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90672"/>
            <a:ext cx="502920" cy="5486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821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638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Arka Plan: Sağ tık → Arka Planı Biçimlendir → tüm slaytlara uygula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85616"/>
            <a:ext cx="502920" cy="5486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770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58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Kaydet: Dosya → Farklı Kaydet → .pptx veya .pdf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