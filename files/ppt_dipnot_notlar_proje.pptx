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KONUŞMACI NOTLARI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Ekran altı Notlar bölümü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izleyiciler görmez.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Sunum aracında görünür.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Hazırlık için kritik!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NOT SAYFASI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Görünüm → Not Sayfası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Üstte: slayt küçük resmi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Altta: geniş not alanı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Yazdırma için ideal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ÜST/ALT BİLGİ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Ekle → Üst Bilgi ve Alt Bilgi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Tarih (otomatik)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Slayt numarası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Alt bilgi metni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PDF AKTARIMI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Dosya → Dışa Aktar →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Seçenekler: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Slaytlar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Not Sayfaları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Her slayta not ekle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Not sayfası görüntüle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Üst/alt bilgi ekle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Notlarla PDF aktar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